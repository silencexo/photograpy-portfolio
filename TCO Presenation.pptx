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E56FE5-8A0F-1F4A-A315-68633D25ED2A}" v="24" dt="2026-05-10T02:25:46.1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5748"/>
  </p:normalViewPr>
  <p:slideViewPr>
    <p:cSldViewPr snapToGrid="0">
      <p:cViewPr varScale="1">
        <p:scale>
          <a:sx n="105" d="100"/>
          <a:sy n="105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Beaman" userId="e8e74c30-f688-45ec-b4a9-7f867b6b679f" providerId="ADAL" clId="{D5D22DAC-9A9B-5AAE-8BC9-D752F91B5738}"/>
    <pc:docChg chg="undo custSel modSld">
      <pc:chgData name="Josh Beaman" userId="e8e74c30-f688-45ec-b4a9-7f867b6b679f" providerId="ADAL" clId="{D5D22DAC-9A9B-5AAE-8BC9-D752F91B5738}" dt="2026-05-10T04:41:17.382" v="3186" actId="1038"/>
      <pc:docMkLst>
        <pc:docMk/>
      </pc:docMkLst>
      <pc:sldChg chg="addSp delSp modSp mod">
        <pc:chgData name="Josh Beaman" userId="e8e74c30-f688-45ec-b4a9-7f867b6b679f" providerId="ADAL" clId="{D5D22DAC-9A9B-5AAE-8BC9-D752F91B5738}" dt="2026-05-08T10:12:46.487" v="852"/>
        <pc:sldMkLst>
          <pc:docMk/>
          <pc:sldMk cId="1293819840" sldId="256"/>
        </pc:sldMkLst>
      </pc:sldChg>
      <pc:sldChg chg="modSp mod">
        <pc:chgData name="Josh Beaman" userId="e8e74c30-f688-45ec-b4a9-7f867b6b679f" providerId="ADAL" clId="{D5D22DAC-9A9B-5AAE-8BC9-D752F91B5738}" dt="2026-05-08T03:57:16.858" v="692" actId="20577"/>
        <pc:sldMkLst>
          <pc:docMk/>
          <pc:sldMk cId="1993498808" sldId="257"/>
        </pc:sldMkLst>
        <pc:spChg chg="mod">
          <ac:chgData name="Josh Beaman" userId="e8e74c30-f688-45ec-b4a9-7f867b6b679f" providerId="ADAL" clId="{D5D22DAC-9A9B-5AAE-8BC9-D752F91B5738}" dt="2026-05-08T03:57:16.858" v="692" actId="20577"/>
          <ac:spMkLst>
            <pc:docMk/>
            <pc:sldMk cId="1993498808" sldId="257"/>
            <ac:spMk id="3" creationId="{82C8D776-A461-738B-9E3A-94ABD8759DC3}"/>
          </ac:spMkLst>
        </pc:spChg>
      </pc:sldChg>
      <pc:sldChg chg="modSp mod">
        <pc:chgData name="Josh Beaman" userId="e8e74c30-f688-45ec-b4a9-7f867b6b679f" providerId="ADAL" clId="{D5D22DAC-9A9B-5AAE-8BC9-D752F91B5738}" dt="2026-05-10T02:25:13.693" v="2265" actId="20577"/>
        <pc:sldMkLst>
          <pc:docMk/>
          <pc:sldMk cId="285177080" sldId="258"/>
        </pc:sldMkLst>
        <pc:spChg chg="mod">
          <ac:chgData name="Josh Beaman" userId="e8e74c30-f688-45ec-b4a9-7f867b6b679f" providerId="ADAL" clId="{D5D22DAC-9A9B-5AAE-8BC9-D752F91B5738}" dt="2026-05-10T02:25:13.693" v="2265" actId="20577"/>
          <ac:spMkLst>
            <pc:docMk/>
            <pc:sldMk cId="285177080" sldId="258"/>
            <ac:spMk id="3" creationId="{CF156F8B-53B9-2058-A1EF-F49D619C7647}"/>
          </ac:spMkLst>
        </pc:spChg>
      </pc:sldChg>
      <pc:sldChg chg="modSp mod">
        <pc:chgData name="Josh Beaman" userId="e8e74c30-f688-45ec-b4a9-7f867b6b679f" providerId="ADAL" clId="{D5D22DAC-9A9B-5AAE-8BC9-D752F91B5738}" dt="2026-05-08T04:13:54.805" v="847" actId="20577"/>
        <pc:sldMkLst>
          <pc:docMk/>
          <pc:sldMk cId="4230607951" sldId="259"/>
        </pc:sldMkLst>
        <pc:spChg chg="mod">
          <ac:chgData name="Josh Beaman" userId="e8e74c30-f688-45ec-b4a9-7f867b6b679f" providerId="ADAL" clId="{D5D22DAC-9A9B-5AAE-8BC9-D752F91B5738}" dt="2026-05-08T04:13:54.805" v="847" actId="20577"/>
          <ac:spMkLst>
            <pc:docMk/>
            <pc:sldMk cId="4230607951" sldId="259"/>
            <ac:spMk id="3" creationId="{C5036BEB-A1F4-2E71-23AC-96250C7C4749}"/>
          </ac:spMkLst>
        </pc:spChg>
      </pc:sldChg>
      <pc:sldChg chg="modSp mod">
        <pc:chgData name="Josh Beaman" userId="e8e74c30-f688-45ec-b4a9-7f867b6b679f" providerId="ADAL" clId="{D5D22DAC-9A9B-5AAE-8BC9-D752F91B5738}" dt="2026-05-09T09:52:31.751" v="2128" actId="20577"/>
        <pc:sldMkLst>
          <pc:docMk/>
          <pc:sldMk cId="3562195856" sldId="260"/>
        </pc:sldMkLst>
        <pc:spChg chg="mod">
          <ac:chgData name="Josh Beaman" userId="e8e74c30-f688-45ec-b4a9-7f867b6b679f" providerId="ADAL" clId="{D5D22DAC-9A9B-5AAE-8BC9-D752F91B5738}" dt="2026-05-09T09:52:29.382" v="2127" actId="313"/>
          <ac:spMkLst>
            <pc:docMk/>
            <pc:sldMk cId="3562195856" sldId="260"/>
            <ac:spMk id="3" creationId="{386C276E-4B4E-3D9A-7896-1AC830D023EE}"/>
          </ac:spMkLst>
        </pc:spChg>
        <pc:spChg chg="mod">
          <ac:chgData name="Josh Beaman" userId="e8e74c30-f688-45ec-b4a9-7f867b6b679f" providerId="ADAL" clId="{D5D22DAC-9A9B-5AAE-8BC9-D752F91B5738}" dt="2026-05-09T09:52:31.751" v="2128" actId="20577"/>
          <ac:spMkLst>
            <pc:docMk/>
            <pc:sldMk cId="3562195856" sldId="260"/>
            <ac:spMk id="5" creationId="{87B5C51E-87B8-C15D-69DB-FE694A8AA123}"/>
          </ac:spMkLst>
        </pc:spChg>
      </pc:sldChg>
      <pc:sldChg chg="addSp modSp mod modNotesTx">
        <pc:chgData name="Josh Beaman" userId="e8e74c30-f688-45ec-b4a9-7f867b6b679f" providerId="ADAL" clId="{D5D22DAC-9A9B-5AAE-8BC9-D752F91B5738}" dt="2026-05-10T04:41:17.382" v="3186" actId="1038"/>
        <pc:sldMkLst>
          <pc:docMk/>
          <pc:sldMk cId="2716862008" sldId="261"/>
        </pc:sldMkLst>
        <pc:spChg chg="mod">
          <ac:chgData name="Josh Beaman" userId="e8e74c30-f688-45ec-b4a9-7f867b6b679f" providerId="ADAL" clId="{D5D22DAC-9A9B-5AAE-8BC9-D752F91B5738}" dt="2026-05-08T10:15:03.664" v="997" actId="27636"/>
          <ac:spMkLst>
            <pc:docMk/>
            <pc:sldMk cId="2716862008" sldId="261"/>
            <ac:spMk id="2" creationId="{C1BDD1E6-8246-AD51-A1C6-C616B952080F}"/>
          </ac:spMkLst>
        </pc:spChg>
        <pc:spChg chg="mod">
          <ac:chgData name="Josh Beaman" userId="e8e74c30-f688-45ec-b4a9-7f867b6b679f" providerId="ADAL" clId="{D5D22DAC-9A9B-5AAE-8BC9-D752F91B5738}" dt="2026-05-10T04:41:17.382" v="3186" actId="1038"/>
          <ac:spMkLst>
            <pc:docMk/>
            <pc:sldMk cId="2716862008" sldId="261"/>
            <ac:spMk id="3" creationId="{A0F01818-E562-32E6-F337-C14C95FCEF18}"/>
          </ac:spMkLst>
        </pc:spChg>
        <pc:spChg chg="add mod">
          <ac:chgData name="Josh Beaman" userId="e8e74c30-f688-45ec-b4a9-7f867b6b679f" providerId="ADAL" clId="{D5D22DAC-9A9B-5AAE-8BC9-D752F91B5738}" dt="2026-05-08T10:15:12.852" v="999" actId="767"/>
          <ac:spMkLst>
            <pc:docMk/>
            <pc:sldMk cId="2716862008" sldId="261"/>
            <ac:spMk id="4" creationId="{27E896B4-8E5F-5E1F-F001-4300BCCF608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FEABA-9B24-6944-B4B6-8E7096572738}" type="datetimeFigureOut">
              <a:rPr lang="en-AU" smtClean="0"/>
              <a:t>10/5/2026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950000-22A0-7446-9F52-B763BA9D3B7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42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950000-22A0-7446-9F52-B763BA9D3B7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3913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AU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A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5/10/26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B433-A889-2D1B-257A-F79D2719D8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en-US" dirty="0"/>
              <a:t>Total Cost of ownership Presentation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32279-F38E-C85B-49B3-3F62D3631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3" y="4547712"/>
            <a:ext cx="6831673" cy="1086237"/>
          </a:xfrm>
        </p:spPr>
        <p:txBody>
          <a:bodyPr/>
          <a:lstStyle/>
          <a:p>
            <a:r>
              <a:rPr lang="en-AU" dirty="0"/>
              <a:t>By Joshua Beaman</a:t>
            </a:r>
          </a:p>
        </p:txBody>
      </p:sp>
    </p:spTree>
    <p:extLst>
      <p:ext uri="{BB962C8B-B14F-4D97-AF65-F5344CB8AC3E}">
        <p14:creationId xmlns:p14="http://schemas.microsoft.com/office/powerpoint/2010/main" val="129381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DD0E-F32B-ABB8-CA24-25F1D49C1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my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8D776-A461-738B-9E3A-94ABD8759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Personal Photography Portfolio/Gallery website</a:t>
            </a:r>
          </a:p>
          <a:p>
            <a:r>
              <a:rPr lang="en-AU" dirty="0"/>
              <a:t>The website will only host/display approximately 30 jpeg photos and some information</a:t>
            </a:r>
          </a:p>
          <a:p>
            <a:r>
              <a:rPr lang="en-AU" dirty="0"/>
              <a:t>Built using a Microsoft Azure virtual machine running Ubuntu</a:t>
            </a:r>
          </a:p>
          <a:p>
            <a:r>
              <a:rPr lang="en-AU" dirty="0"/>
              <a:t>Using nginx to host the website, with a HTTPS certificate generated by </a:t>
            </a:r>
            <a:r>
              <a:rPr lang="en-AU" dirty="0" err="1"/>
              <a:t>certbot</a:t>
            </a:r>
            <a:endParaRPr lang="en-AU" dirty="0"/>
          </a:p>
          <a:p>
            <a:r>
              <a:rPr lang="en-AU" dirty="0"/>
              <a:t>The website will be accessible from a domain name purchased from </a:t>
            </a:r>
            <a:r>
              <a:rPr lang="en-AU" dirty="0" err="1"/>
              <a:t>spaceship.com</a:t>
            </a:r>
            <a:r>
              <a:rPr lang="en-AU" dirty="0"/>
              <a:t>, this includes DNS record linking so the domain points to my virtual machines public IP address.</a:t>
            </a:r>
          </a:p>
          <a:p>
            <a:r>
              <a:rPr lang="en-AU" dirty="0"/>
              <a:t>To maintain and configure the VM I will use SSH from a mac terminal.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93498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D9726-420E-64B8-57D3-67B1A0935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is the total cost of ownership (Microsoft azure) 5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56F8B-53B9-2058-A1EF-F49D619C7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4226012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Currently my Microsoft Azure webserver has a $100 credit as a student account (This can be subtracted from the final 5-year cost).</a:t>
            </a:r>
          </a:p>
          <a:p>
            <a:r>
              <a:rPr lang="en-AU" dirty="0"/>
              <a:t>Primary cost to have VM space allocated, and running is $0.17 a day or $62.05/yr  5-year cost = $310.25</a:t>
            </a:r>
          </a:p>
          <a:p>
            <a:r>
              <a:rPr lang="en-AU" dirty="0"/>
              <a:t>Domain name cost (Spaceship): $4.07 first year then $13.77/yr. 5-year cost = $59.15</a:t>
            </a:r>
          </a:p>
          <a:p>
            <a:r>
              <a:rPr lang="en-AU" dirty="0"/>
              <a:t>Bandwidth costs: Free under 100GB per month (as the total size of every photo is less than 1GB it is unlikely that I will reach this limit). However, if this limit is exceeded the cost is $0.1675/GB.</a:t>
            </a:r>
          </a:p>
          <a:p>
            <a:r>
              <a:rPr lang="en-AU" dirty="0"/>
              <a:t>Storage: The VM comes with 64GB of OS storage additional storage will not be required.</a:t>
            </a:r>
          </a:p>
          <a:p>
            <a:r>
              <a:rPr lang="en-AU" dirty="0"/>
              <a:t>HTML Webpage design: As I am not proficient at a high level with HTML I will be sourcing a template. Cost: $17</a:t>
            </a:r>
          </a:p>
          <a:p>
            <a:r>
              <a:rPr lang="en-AU" dirty="0"/>
              <a:t>Total 5-year cost: $286.40</a:t>
            </a:r>
          </a:p>
        </p:txBody>
      </p:sp>
    </p:spTree>
    <p:extLst>
      <p:ext uri="{BB962C8B-B14F-4D97-AF65-F5344CB8AC3E}">
        <p14:creationId xmlns:p14="http://schemas.microsoft.com/office/powerpoint/2010/main" val="285177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15E84-5AE6-3F92-09A9-34CE67F1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Total cost of ownership (Squarespace) 5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36BEB-A1F4-2E71-23AC-96250C7C4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achieve a similar solution on Squarespace, a “Core” subscription will be use, as the basic tier doesn’t allow for CSS and JavaScript customisation. Costing $28 per month. 5-Year cost = $1,680</a:t>
            </a:r>
          </a:p>
          <a:p>
            <a:r>
              <a:rPr lang="en-AU" dirty="0"/>
              <a:t>Domain name cost (Spaceship): $4.07 first year then $13.77/yr. 5-year cost = $59.15</a:t>
            </a:r>
          </a:p>
          <a:p>
            <a:r>
              <a:rPr lang="en-AU" dirty="0"/>
              <a:t>HTML/Designs are included as a part of the Squarespace bundle</a:t>
            </a:r>
          </a:p>
          <a:p>
            <a:r>
              <a:rPr lang="en-AU" dirty="0"/>
              <a:t>If in the future I wanted to extend the site to sell photos/take payments, Squarespace has its own fees and surcharges to do this.</a:t>
            </a:r>
          </a:p>
          <a:p>
            <a:r>
              <a:rPr lang="en-AU" dirty="0"/>
              <a:t>Total cost: $1,739.15</a:t>
            </a:r>
          </a:p>
        </p:txBody>
      </p:sp>
    </p:spTree>
    <p:extLst>
      <p:ext uri="{BB962C8B-B14F-4D97-AF65-F5344CB8AC3E}">
        <p14:creationId xmlns:p14="http://schemas.microsoft.com/office/powerpoint/2010/main" val="4230607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F7282-B620-572A-BE17-2389B2475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Non-monetary factors</a:t>
            </a:r>
            <a:br>
              <a:rPr lang="en-AU" dirty="0"/>
            </a:br>
            <a:r>
              <a:rPr lang="en-AU" dirty="0"/>
              <a:t>Squarespace vs 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276E-4B4E-3D9A-7896-1AC830D02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6168" y="2035775"/>
            <a:ext cx="4876799" cy="45733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Pros and Cons of Squarespace:</a:t>
            </a:r>
            <a:endParaRPr lang="en-AU" dirty="0"/>
          </a:p>
          <a:p>
            <a:r>
              <a:rPr lang="en-AU" dirty="0"/>
              <a:t>Easier to setup/configure</a:t>
            </a:r>
          </a:p>
          <a:p>
            <a:r>
              <a:rPr lang="en-AU" dirty="0"/>
              <a:t>Website templates are included, and little HTML/CSS knowledge is required</a:t>
            </a:r>
          </a:p>
          <a:p>
            <a:r>
              <a:rPr lang="en-AU" dirty="0"/>
              <a:t>Security features built In</a:t>
            </a:r>
          </a:p>
          <a:p>
            <a:r>
              <a:rPr lang="en-AU" dirty="0"/>
              <a:t>Better support available to help with website setup</a:t>
            </a:r>
          </a:p>
          <a:p>
            <a:r>
              <a:rPr lang="en-AU" dirty="0"/>
              <a:t>Limited to Squarespace designs and front-end frameworks</a:t>
            </a:r>
          </a:p>
          <a:p>
            <a:r>
              <a:rPr lang="en-AU" dirty="0"/>
              <a:t>Website/design is tied to Squarespace (can’t switch service and keep editable design)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B5C51E-87B8-C15D-69DB-FE694A8AA123}"/>
              </a:ext>
            </a:extLst>
          </p:cNvPr>
          <p:cNvSpPr txBox="1">
            <a:spLocks/>
          </p:cNvSpPr>
          <p:nvPr/>
        </p:nvSpPr>
        <p:spPr>
          <a:xfrm>
            <a:off x="1371600" y="2035775"/>
            <a:ext cx="4876800" cy="4480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b="1" dirty="0"/>
              <a:t>Pros and Cons of Azure VM:</a:t>
            </a:r>
          </a:p>
          <a:p>
            <a:r>
              <a:rPr lang="en-AU" dirty="0"/>
              <a:t>Harder to setup/configure</a:t>
            </a:r>
          </a:p>
          <a:p>
            <a:r>
              <a:rPr lang="en-AU" dirty="0"/>
              <a:t>Maintain full control over deployment</a:t>
            </a:r>
          </a:p>
          <a:p>
            <a:r>
              <a:rPr lang="en-AU" dirty="0"/>
              <a:t>Need to learn how to set up and implement security measures</a:t>
            </a:r>
          </a:p>
          <a:p>
            <a:r>
              <a:rPr lang="en-AU" dirty="0"/>
              <a:t>Higher level of flexibility for future expansion (VM allows for more diverse use applications)</a:t>
            </a:r>
          </a:p>
          <a:p>
            <a:r>
              <a:rPr lang="en-AU" dirty="0"/>
              <a:t>Allows use of any website design using any frontend framework</a:t>
            </a:r>
          </a:p>
          <a:p>
            <a:r>
              <a:rPr lang="en-AU" dirty="0"/>
              <a:t>VM can be used for things other than the website</a:t>
            </a:r>
          </a:p>
        </p:txBody>
      </p:sp>
    </p:spTree>
    <p:extLst>
      <p:ext uri="{BB962C8B-B14F-4D97-AF65-F5344CB8AC3E}">
        <p14:creationId xmlns:p14="http://schemas.microsoft.com/office/powerpoint/2010/main" val="3562195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D1E6-8246-AD51-A1C6-C616B9520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799"/>
            <a:ext cx="9601200" cy="714737"/>
          </a:xfrm>
        </p:spPr>
        <p:txBody>
          <a:bodyPr>
            <a:normAutofit/>
          </a:bodyPr>
          <a:lstStyle/>
          <a:p>
            <a:r>
              <a:rPr lang="en-AU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01818-E562-32E6-F337-C14C95FCE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28672"/>
            <a:ext cx="9601200" cy="4430326"/>
          </a:xfrm>
        </p:spPr>
        <p:txBody>
          <a:bodyPr>
            <a:normAutofit/>
          </a:bodyPr>
          <a:lstStyle/>
          <a:p>
            <a:r>
              <a:rPr lang="en-AU" dirty="0"/>
              <a:t>Using a Microsoft Azure VM to host a website is significantly cheaper while giving more control to the owner (5-year cost of $286.40)</a:t>
            </a:r>
          </a:p>
          <a:p>
            <a:r>
              <a:rPr lang="en-AU" dirty="0"/>
              <a:t>While a software as a service solution (Squarespace) is more appealing to the average consumer, it is significantly more expensive and less customisable (5year- cost $1739.15)</a:t>
            </a:r>
          </a:p>
          <a:p>
            <a:r>
              <a:rPr lang="en-AU" dirty="0"/>
              <a:t>A software as a service solution like Squarespace, is likely aimed at people who don’t know how website hosting works and is a solution where payment only needs to be made to a single party</a:t>
            </a:r>
          </a:p>
          <a:p>
            <a:r>
              <a:rPr lang="en-AU" dirty="0"/>
              <a:t>Finaly, for these reasons I believe that using a Microsoft Azure virtual machine to host a website is the preferable option from both a monetary and non-monetary perspective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896B4-8E5F-5E1F-F001-4300BCCF608A}"/>
              </a:ext>
            </a:extLst>
          </p:cNvPr>
          <p:cNvSpPr txBox="1"/>
          <p:nvPr/>
        </p:nvSpPr>
        <p:spPr>
          <a:xfrm>
            <a:off x="2858947" y="30672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6862008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182</TotalTime>
  <Words>649</Words>
  <Application>Microsoft Macintosh PowerPoint</Application>
  <PresentationFormat>Widescreen</PresentationFormat>
  <Paragraphs>44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Franklin Gothic Book</vt:lpstr>
      <vt:lpstr>Crop</vt:lpstr>
      <vt:lpstr>Total Cost of ownership Presentation</vt:lpstr>
      <vt:lpstr>What is my project</vt:lpstr>
      <vt:lpstr>What is the total cost of ownership (Microsoft azure) 5 Years</vt:lpstr>
      <vt:lpstr>Total cost of ownership (Squarespace) 5 Years</vt:lpstr>
      <vt:lpstr>Non-monetary factors Squarespace vs Azure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Beaman</dc:creator>
  <cp:lastModifiedBy>Josh Beaman</cp:lastModifiedBy>
  <cp:revision>1</cp:revision>
  <dcterms:created xsi:type="dcterms:W3CDTF">2026-05-07T03:07:42Z</dcterms:created>
  <dcterms:modified xsi:type="dcterms:W3CDTF">2026-05-10T04:41:20Z</dcterms:modified>
</cp:coreProperties>
</file>